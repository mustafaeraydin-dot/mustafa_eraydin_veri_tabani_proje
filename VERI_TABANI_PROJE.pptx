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3"/>
  </p:notesMasterIdLst>
  <p:handoutMasterIdLst>
    <p:handoutMasterId r:id="rId14"/>
  </p:handoutMasterIdLst>
  <p:sldIdLst>
    <p:sldId id="400" r:id="rId5"/>
    <p:sldId id="410" r:id="rId6"/>
    <p:sldId id="401" r:id="rId7"/>
    <p:sldId id="406" r:id="rId8"/>
    <p:sldId id="404" r:id="rId9"/>
    <p:sldId id="411" r:id="rId10"/>
    <p:sldId id="397" r:id="rId11"/>
    <p:sldId id="346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D1F6C-1385-404C-A38F-0A93B1BC567B}" v="714" dt="2026-05-05T19:27:37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6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5/5/2026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5/5/2026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5/5/2026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5/5/2026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5/5/2026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5/5/2026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5/5/2026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9AB-EB97-C007-8AB7-BC37167B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anchor="b" anchorCtr="0"/>
          <a:lstStyle/>
          <a:p>
            <a:r>
              <a:rPr lang="en-US" altLang="zh-CN"/>
              <a:t>VERİ TABANI 1</a:t>
            </a:r>
            <a:br>
              <a:rPr lang="en-US" altLang="zh-CN" dirty="0"/>
            </a:br>
            <a:r>
              <a:rPr lang="en-US" altLang="zh-CN">
                <a:cs typeface="Poppins SemiBold"/>
              </a:rPr>
              <a:t>FİNAL PROJESİ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95A9-88A1-EC7F-9AD4-425162D4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726382"/>
            <a:ext cx="6027061" cy="1245913"/>
          </a:xfrm>
        </p:spPr>
        <p:txBody>
          <a:bodyPr/>
          <a:lstStyle/>
          <a:p>
            <a:r>
              <a:rPr lang="en-US" altLang="zh-CN"/>
              <a:t>MUSTAFA ERAYDIN</a:t>
            </a:r>
            <a:endParaRPr lang="en-US" altLang="zh-CN" dirty="0">
              <a:cs typeface="Poppins Semi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15974-BA92-014B-E968-DBD2D7010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399" y="5105771"/>
            <a:ext cx="2398389" cy="239712"/>
          </a:xfrm>
        </p:spPr>
        <p:txBody>
          <a:bodyPr/>
          <a:lstStyle/>
          <a:p>
            <a:r>
              <a:rPr lang="en-US" altLang="zh-CN"/>
              <a:t>360125051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741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9D5A-2976-107F-1798-23A35DD4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6E68-2579-7EAA-B529-AE2EED974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042" y="1143000"/>
            <a:ext cx="9141758" cy="4572000"/>
          </a:xfrm>
        </p:spPr>
        <p:txBody>
          <a:bodyPr>
            <a:normAutofit/>
          </a:bodyPr>
          <a:lstStyle/>
          <a:p>
            <a:r>
              <a:rPr lang="en-US" altLang="zh-CN" sz="4800"/>
              <a:t>PROJENİN AMACI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17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21D5-B4E2-FC61-C309-FF2DD155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923573"/>
            <a:ext cx="11475604" cy="1073476"/>
          </a:xfrm>
        </p:spPr>
        <p:txBody>
          <a:bodyPr>
            <a:noAutofit/>
          </a:bodyPr>
          <a:lstStyle/>
          <a:p>
            <a:r>
              <a:rPr lang="en-US" altLang="zh-CN"/>
              <a:t>PROJENİN AMACI</a:t>
            </a:r>
            <a:endParaRPr lang="tr-TR" altLang="zh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4A79A-06C2-299C-3658-8027A328CF4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18024" y="3057469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EFC625-4E44-C0C0-8C75-4D5D8C9D7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339" y="2707564"/>
            <a:ext cx="4190331" cy="106934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sz="1800" dirty="0" err="1"/>
              <a:t>Eraydın</a:t>
            </a:r>
            <a:r>
              <a:rPr lang="en-US" altLang="zh-CN" sz="1800" dirty="0"/>
              <a:t> Platform </a:t>
            </a:r>
            <a:r>
              <a:rPr lang="en-US" altLang="zh-CN" sz="1800" dirty="0" err="1"/>
              <a:t>firması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için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dijital</a:t>
            </a:r>
            <a:r>
              <a:rPr lang="en-US" altLang="zh-CN" sz="1800" dirty="0"/>
              <a:t>  </a:t>
            </a:r>
            <a:r>
              <a:rPr lang="en-US" altLang="zh-CN" sz="1800" dirty="0" err="1"/>
              <a:t>cari</a:t>
            </a:r>
            <a:r>
              <a:rPr lang="en-US" altLang="zh-CN" sz="1800" dirty="0"/>
              <a:t> </a:t>
            </a:r>
            <a:r>
              <a:rPr lang="en-US" altLang="zh-CN" sz="1800" dirty="0" err="1"/>
              <a:t>kayıt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sistemi</a:t>
            </a:r>
            <a:r>
              <a:rPr lang="en-US" altLang="zh-CN" sz="1800" dirty="0"/>
              <a:t> </a:t>
            </a:r>
            <a:r>
              <a:rPr lang="en-US" altLang="zh-CN" sz="1800" dirty="0" err="1"/>
              <a:t>oluşturmak</a:t>
            </a:r>
            <a:r>
              <a:rPr lang="en-US" altLang="zh-CN" sz="1800" dirty="0"/>
              <a:t>.</a:t>
            </a:r>
            <a:endParaRPr lang="en-US" altLang="zh-CN" sz="1800" dirty="0"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F6117-48AE-041A-FC47-AFA541F2BA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1738" y="3057469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C7562F-D778-0987-C08E-BFCE0140418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2707565"/>
            <a:ext cx="3827474" cy="74276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sz="1800" dirty="0"/>
              <a:t>Bu </a:t>
            </a:r>
            <a:r>
              <a:rPr lang="en-US" altLang="zh-CN" sz="1800" dirty="0" err="1"/>
              <a:t>cari</a:t>
            </a:r>
            <a:r>
              <a:rPr lang="en-US" altLang="zh-CN" sz="1800" dirty="0"/>
              <a:t> </a:t>
            </a:r>
            <a:r>
              <a:rPr lang="en-US" altLang="zh-CN" sz="1800" dirty="0" err="1"/>
              <a:t>kayıtların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güvenliğinin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sağlanması</a:t>
            </a:r>
            <a:r>
              <a:rPr lang="en-US" altLang="zh-CN" sz="1800" dirty="0"/>
              <a:t>.</a:t>
            </a:r>
            <a:endParaRPr lang="tr-TR" altLang="zh-CN" sz="1800">
              <a:cs typeface="Poppi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6F80B-AF28-48FA-E938-EEBD4E4701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218026" y="4315566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157CED-71CA-3A67-F036-25E7FE7BA8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77958" y="4372464"/>
            <a:ext cx="3984712" cy="87581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sz="1800" dirty="0" err="1"/>
              <a:t>Gerekli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bilgilere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ulaşabilmek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için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sorgu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arayüzünün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oluşturulması</a:t>
            </a:r>
            <a:endParaRPr lang="tr-TR" altLang="zh-CN" sz="1800">
              <a:cs typeface="Poppin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3991B9-2242-72C4-CC93-26DC4ACBDF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71738" y="4315566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93F126-CDCA-774A-76D0-FF5FD4D97BE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324084"/>
            <a:ext cx="3827474" cy="93629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sz="1800" dirty="0" err="1">
                <a:cs typeface="Poppins"/>
              </a:rPr>
              <a:t>Tüm</a:t>
            </a:r>
            <a:r>
              <a:rPr lang="en-US" altLang="zh-CN" sz="1800" dirty="0">
                <a:cs typeface="Poppins"/>
              </a:rPr>
              <a:t> </a:t>
            </a:r>
            <a:r>
              <a:rPr lang="en-US" altLang="zh-CN" sz="1800" dirty="0" err="1">
                <a:cs typeface="Poppins"/>
              </a:rPr>
              <a:t>bunların</a:t>
            </a:r>
            <a:r>
              <a:rPr lang="en-US" altLang="zh-CN" sz="1800" dirty="0">
                <a:cs typeface="Poppins"/>
              </a:rPr>
              <a:t> optimal </a:t>
            </a:r>
            <a:r>
              <a:rPr lang="en-US" altLang="zh-CN" sz="1800" dirty="0" err="1">
                <a:cs typeface="Poppins"/>
              </a:rPr>
              <a:t>olarak</a:t>
            </a:r>
            <a:r>
              <a:rPr lang="en-US" altLang="zh-CN" sz="1800" dirty="0">
                <a:cs typeface="Poppins"/>
              </a:rPr>
              <a:t> </a:t>
            </a:r>
            <a:r>
              <a:rPr lang="en-US" altLang="zh-CN" sz="1800" dirty="0" err="1">
                <a:cs typeface="Poppins"/>
              </a:rPr>
              <a:t>çalışması</a:t>
            </a:r>
            <a:endParaRPr lang="en-US" altLang="zh-CN" sz="1800" dirty="0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223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868E-FC1E-CD35-5A63-283FFE242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/>
          <a:lstStyle/>
          <a:p>
            <a:r>
              <a:rPr lang="en-US" altLang="zh-CN" sz="4800"/>
              <a:t>KULLANILAN TEKNOLOJİLER</a:t>
            </a:r>
            <a:endParaRPr lang="tr-TR" sz="4800"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0788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FC14-7E0F-23AB-D905-780B752E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/>
          <a:lstStyle/>
          <a:p>
            <a:r>
              <a:rPr lang="en-US" altLang="zh-CN"/>
              <a:t>KULLANILAN TEKNOLOJİLER</a:t>
            </a:r>
            <a:endParaRPr lang="tr-TR" altLang="zh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6E0DC-CAA8-4707-1478-1274F73DA5C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44883" y="2081211"/>
            <a:ext cx="502234" cy="363433"/>
          </a:xfrm>
        </p:spPr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125BEC-8C63-13BB-BA1B-EAF922382C5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88964" y="2571409"/>
            <a:ext cx="3732219" cy="605232"/>
          </a:xfrm>
        </p:spPr>
        <p:txBody>
          <a:bodyPr/>
          <a:lstStyle/>
          <a:p>
            <a:r>
              <a:rPr lang="en-US" altLang="zh-CN">
                <a:solidFill>
                  <a:srgbClr val="5AE495"/>
                </a:solidFill>
                <a:ea typeface="+mj-lt"/>
                <a:cs typeface="+mj-lt"/>
              </a:rPr>
              <a:t>Entity Framework Core</a:t>
            </a:r>
            <a:endParaRPr lang="tr-T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E80941-0A33-6BC4-7E26-D989F1DC8F0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Verileri</a:t>
            </a:r>
            <a:r>
              <a:rPr lang="en-US" altLang="zh-CN" dirty="0"/>
              <a:t> </a:t>
            </a:r>
            <a:r>
              <a:rPr lang="en-US" altLang="zh-CN" dirty="0" err="1"/>
              <a:t>SQL'e</a:t>
            </a:r>
            <a:r>
              <a:rPr lang="en-US" altLang="zh-CN" dirty="0"/>
              <a:t> </a:t>
            </a:r>
            <a:r>
              <a:rPr lang="en-US" altLang="zh-CN" dirty="0" err="1"/>
              <a:t>işlemek</a:t>
            </a:r>
            <a:r>
              <a:rPr lang="en-US" altLang="zh-CN" dirty="0"/>
              <a:t> </a:t>
            </a:r>
            <a:r>
              <a:rPr lang="en-US" altLang="zh-CN" dirty="0" err="1"/>
              <a:t>için</a:t>
            </a:r>
            <a:r>
              <a:rPr lang="en-US" altLang="zh-CN" dirty="0"/>
              <a:t> Entity Framework Core </a:t>
            </a:r>
            <a:r>
              <a:rPr lang="en-US" altLang="zh-CN" dirty="0" err="1"/>
              <a:t>kullanıldı</a:t>
            </a:r>
            <a:r>
              <a:rPr lang="en-US" altLang="zh-CN" dirty="0"/>
              <a:t>.</a:t>
            </a:r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1AE34-E584-3A9F-DF50-88748F0750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897507" y="3876694"/>
            <a:ext cx="502234" cy="363433"/>
          </a:xfrm>
        </p:spPr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986134-DD02-75C2-8F5C-2C82A39AFFD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70817" y="2571409"/>
            <a:ext cx="3732219" cy="605232"/>
          </a:xfrm>
        </p:spPr>
        <p:txBody>
          <a:bodyPr/>
          <a:lstStyle/>
          <a:p>
            <a:r>
              <a:rPr lang="en-US" altLang="zh-CN">
                <a:cs typeface="Poppins SemiBold"/>
              </a:rPr>
              <a:t>ASP.NET Core MVC</a:t>
            </a:r>
            <a:endParaRPr lang="en-US" altLang="zh-CN" dirty="0">
              <a:cs typeface="Poppins SemiBold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59ACBD-C48A-F14D-9637-FD0F8B13A9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85293" y="3354800"/>
            <a:ext cx="3732219" cy="9698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Modern WEB </a:t>
            </a:r>
            <a:r>
              <a:rPr lang="en-US" altLang="zh-CN" dirty="0" err="1"/>
              <a:t>uygulamaları</a:t>
            </a:r>
            <a:r>
              <a:rPr lang="en-US" altLang="zh-CN" dirty="0"/>
              <a:t> </a:t>
            </a:r>
            <a:r>
              <a:rPr lang="en-US" altLang="zh-CN" dirty="0" err="1"/>
              <a:t>geliştirmek</a:t>
            </a:r>
            <a:r>
              <a:rPr lang="en-US" altLang="zh-CN" dirty="0"/>
              <a:t> </a:t>
            </a:r>
            <a:r>
              <a:rPr lang="en-US" altLang="zh-CN" dirty="0" err="1"/>
              <a:t>için</a:t>
            </a:r>
            <a:r>
              <a:rPr lang="en-US" altLang="zh-CN" dirty="0"/>
              <a:t> ideal </a:t>
            </a:r>
            <a:r>
              <a:rPr lang="en-US" altLang="zh-CN" dirty="0" err="1"/>
              <a:t>bir</a:t>
            </a:r>
            <a:r>
              <a:rPr lang="en-US" altLang="zh-CN" dirty="0"/>
              <a:t> framework </a:t>
            </a:r>
            <a:r>
              <a:rPr lang="en-US" altLang="zh-CN" dirty="0" err="1"/>
              <a:t>olan</a:t>
            </a:r>
            <a:r>
              <a:rPr lang="en-US" altLang="zh-CN" dirty="0"/>
              <a:t> ASP.NET Core MVC </a:t>
            </a:r>
            <a:r>
              <a:rPr lang="en-US" altLang="zh-CN" dirty="0" err="1"/>
              <a:t>kullanıldı</a:t>
            </a:r>
            <a:r>
              <a:rPr lang="en-US" altLang="zh-CN" dirty="0"/>
              <a:t>.</a:t>
            </a:r>
            <a:endParaRPr lang="tr-TR" dirty="0" err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7E4E8C-FA44-880E-5F01-FE338EE5BE7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92259" y="3876693"/>
            <a:ext cx="502234" cy="363433"/>
          </a:xfrm>
        </p:spPr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149E17-F6BC-5F7F-5519-2AB648B6539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29891" y="5144316"/>
            <a:ext cx="3732219" cy="605232"/>
          </a:xfrm>
        </p:spPr>
        <p:txBody>
          <a:bodyPr/>
          <a:lstStyle/>
          <a:p>
            <a:r>
              <a:rPr lang="en-US" altLang="zh-CN" dirty="0"/>
              <a:t>Bootstra</a:t>
            </a:r>
            <a:r>
              <a:rPr lang="en-US" altLang="zh-CN"/>
              <a:t>p 5</a:t>
            </a:r>
            <a:endParaRPr lang="tr-T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EC253-5454-F7E0-DC2F-8BEC1B6FDCA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Modern </a:t>
            </a:r>
            <a:r>
              <a:rPr lang="en-US" altLang="zh-CN" dirty="0" err="1"/>
              <a:t>ve</a:t>
            </a:r>
            <a:r>
              <a:rPr lang="en-US" altLang="zh-CN" dirty="0"/>
              <a:t> </a:t>
            </a:r>
            <a:r>
              <a:rPr lang="en-US" altLang="zh-CN" dirty="0" err="1"/>
              <a:t>duyarlı</a:t>
            </a:r>
            <a:r>
              <a:rPr lang="en-US" altLang="zh-CN" dirty="0"/>
              <a:t> </a:t>
            </a:r>
            <a:r>
              <a:rPr lang="en-US" altLang="zh-CN" dirty="0" err="1"/>
              <a:t>bir</a:t>
            </a:r>
            <a:r>
              <a:rPr lang="en-US" altLang="zh-CN" dirty="0"/>
              <a:t> </a:t>
            </a:r>
            <a:r>
              <a:rPr lang="en-US" altLang="zh-CN" dirty="0" err="1"/>
              <a:t>arayüz</a:t>
            </a:r>
            <a:r>
              <a:rPr lang="en-US" altLang="zh-CN" dirty="0"/>
              <a:t> </a:t>
            </a:r>
            <a:r>
              <a:rPr lang="en-US" altLang="zh-CN" dirty="0" err="1"/>
              <a:t>için</a:t>
            </a:r>
            <a:r>
              <a:rPr lang="en-US" altLang="zh-CN" dirty="0"/>
              <a:t> Bootstrap 5 </a:t>
            </a:r>
            <a:r>
              <a:rPr lang="en-US" altLang="zh-CN" dirty="0" err="1"/>
              <a:t>kullanıldı</a:t>
            </a:r>
            <a:r>
              <a:rPr lang="en-US" altLang="zh-CN" dirty="0"/>
              <a:t>.</a:t>
            </a:r>
            <a:endParaRPr lang="tr-TR" dirty="0" err="1"/>
          </a:p>
        </p:txBody>
      </p:sp>
    </p:spTree>
    <p:extLst>
      <p:ext uri="{BB962C8B-B14F-4D97-AF65-F5344CB8AC3E}">
        <p14:creationId xmlns:p14="http://schemas.microsoft.com/office/powerpoint/2010/main" val="199564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D994-9461-F8C6-15CE-761A7A62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1DD7-2D43-0AA3-28F9-6A47E421D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042" y="1143000"/>
            <a:ext cx="9141758" cy="4572000"/>
          </a:xfrm>
        </p:spPr>
        <p:txBody>
          <a:bodyPr>
            <a:normAutofit/>
          </a:bodyPr>
          <a:lstStyle/>
          <a:p>
            <a:r>
              <a:rPr lang="en-US" altLang="zh-CN" sz="4800"/>
              <a:t>PROJENİN YAPIM AŞAMALARI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036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BB4D-A4FB-D5D9-43A4-B118A26F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/>
          <a:lstStyle/>
          <a:p>
            <a:r>
              <a:rPr lang="en-US" altLang="zh-CN"/>
              <a:t>PROJENİN YAPIM AŞAMALARI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6B5DB-661B-3599-FF6B-464714557BF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87293" y="3292427"/>
            <a:ext cx="502234" cy="273146"/>
          </a:xfrm>
        </p:spPr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092B72-C6FB-7F66-BEF7-9BB525C80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/>
          <a:lstStyle/>
          <a:p>
            <a:r>
              <a:rPr lang="en-US" altLang="zh-CN"/>
              <a:t>KONU SEÇİMİ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1F0E8F-4F2C-893F-8A08-CC7EB2B45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Projenin</a:t>
            </a:r>
            <a:r>
              <a:rPr lang="en-US" altLang="zh-CN" dirty="0"/>
              <a:t> </a:t>
            </a:r>
            <a:r>
              <a:rPr lang="en-US" altLang="zh-CN" dirty="0" err="1"/>
              <a:t>konusu</a:t>
            </a:r>
            <a:r>
              <a:rPr lang="en-US" altLang="zh-CN" dirty="0"/>
              <a:t> </a:t>
            </a:r>
            <a:r>
              <a:rPr lang="en-US" altLang="zh-CN" dirty="0" err="1"/>
              <a:t>ve</a:t>
            </a:r>
            <a:r>
              <a:rPr lang="en-US" altLang="zh-CN" dirty="0"/>
              <a:t> </a:t>
            </a:r>
            <a:r>
              <a:rPr lang="en-US" altLang="zh-CN" dirty="0" err="1"/>
              <a:t>kapsamının</a:t>
            </a:r>
            <a:r>
              <a:rPr lang="en-US" altLang="zh-CN" dirty="0"/>
              <a:t> </a:t>
            </a:r>
            <a:r>
              <a:rPr lang="en-US" altLang="zh-CN" dirty="0" err="1"/>
              <a:t>belirlenmesi</a:t>
            </a:r>
            <a:endParaRPr lang="zh-CN" alt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7DE17-F125-97F8-B532-0DBE734F0A5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4883" y="3292427"/>
            <a:ext cx="502234" cy="273146"/>
          </a:xfrm>
        </p:spPr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AE4F4F-8C41-4DCD-5DC4-E718E1B50F2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/>
          <a:lstStyle/>
          <a:p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183523-9765-2022-106F-5ED9D136555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Kullanılacak</a:t>
            </a:r>
            <a:r>
              <a:rPr lang="en-US" altLang="zh-CN" dirty="0"/>
              <a:t> </a:t>
            </a:r>
            <a:r>
              <a:rPr lang="en-US" altLang="zh-CN" dirty="0" err="1"/>
              <a:t>tabloların</a:t>
            </a:r>
            <a:r>
              <a:rPr lang="en-US" altLang="zh-CN" dirty="0"/>
              <a:t> </a:t>
            </a:r>
            <a:r>
              <a:rPr lang="en-US" altLang="zh-CN" dirty="0" err="1"/>
              <a:t>oluşturulması</a:t>
            </a:r>
            <a:r>
              <a:rPr lang="en-US" altLang="zh-CN" dirty="0"/>
              <a:t> </a:t>
            </a:r>
            <a:r>
              <a:rPr lang="en-US" altLang="zh-CN" dirty="0" err="1"/>
              <a:t>ve</a:t>
            </a:r>
            <a:r>
              <a:rPr lang="en-US" altLang="zh-CN" dirty="0"/>
              <a:t> </a:t>
            </a:r>
            <a:r>
              <a:rPr lang="en-US" altLang="zh-CN" dirty="0" err="1"/>
              <a:t>gerekli</a:t>
            </a:r>
            <a:r>
              <a:rPr lang="en-US" altLang="zh-CN" dirty="0"/>
              <a:t> </a:t>
            </a:r>
            <a:r>
              <a:rPr lang="en-US" altLang="zh-CN" dirty="0" err="1"/>
              <a:t>veri</a:t>
            </a:r>
            <a:r>
              <a:rPr lang="en-US" altLang="zh-CN" dirty="0"/>
              <a:t> </a:t>
            </a:r>
            <a:r>
              <a:rPr lang="en-US" altLang="zh-CN" dirty="0" err="1"/>
              <a:t>setlerinin</a:t>
            </a:r>
            <a:r>
              <a:rPr lang="en-US" altLang="zh-CN" dirty="0"/>
              <a:t> </a:t>
            </a:r>
            <a:r>
              <a:rPr lang="en-US" altLang="zh-CN" dirty="0" err="1"/>
              <a:t>SQL'e</a:t>
            </a:r>
            <a:r>
              <a:rPr lang="en-US" altLang="zh-CN" dirty="0"/>
              <a:t> </a:t>
            </a:r>
            <a:r>
              <a:rPr lang="en-US" altLang="zh-CN" dirty="0" err="1"/>
              <a:t>giri</a:t>
            </a:r>
            <a:r>
              <a:rPr lang="en-US" altLang="zh-CN" dirty="0"/>
              <a:t>lmesi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934D4-F883-3D0B-FF2E-6C086CC01C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024668" y="3292427"/>
            <a:ext cx="502234" cy="273146"/>
          </a:xfrm>
        </p:spPr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199C9C-3297-FECF-C6A4-45CFFDF5D8B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/>
          <a:lstStyle/>
          <a:p>
            <a:r>
              <a:rPr lang="en-US" altLang="zh-CN"/>
              <a:t>WEB TASARIMI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10CA00D-C104-26EB-0D50-3A044979B67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WEB </a:t>
            </a:r>
            <a:r>
              <a:rPr lang="en-US" altLang="zh-CN" dirty="0" err="1"/>
              <a:t>arayüzünün</a:t>
            </a:r>
            <a:r>
              <a:rPr lang="en-US" altLang="zh-CN" dirty="0"/>
              <a:t> </a:t>
            </a:r>
            <a:r>
              <a:rPr lang="en-US" altLang="zh-CN" dirty="0" err="1"/>
              <a:t>tasarlanıp</a:t>
            </a:r>
            <a:r>
              <a:rPr lang="en-US" altLang="zh-CN" dirty="0"/>
              <a:t>, SQL </a:t>
            </a:r>
            <a:r>
              <a:rPr lang="en-US" altLang="zh-CN" dirty="0" err="1"/>
              <a:t>ile</a:t>
            </a:r>
            <a:r>
              <a:rPr lang="en-US" altLang="zh-CN" dirty="0"/>
              <a:t> </a:t>
            </a:r>
            <a:r>
              <a:rPr lang="en-US" altLang="zh-CN" dirty="0" err="1"/>
              <a:t>bağdaştırılması</a:t>
            </a:r>
            <a:endParaRPr lang="zh-CN" altLang="en-US" dirty="0" err="1"/>
          </a:p>
        </p:txBody>
      </p:sp>
    </p:spTree>
    <p:extLst>
      <p:ext uri="{BB962C8B-B14F-4D97-AF65-F5344CB8AC3E}">
        <p14:creationId xmlns:p14="http://schemas.microsoft.com/office/powerpoint/2010/main" val="252925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EED4-8E8E-CF63-5C48-9A79761D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8588188" cy="5105400"/>
          </a:xfrm>
        </p:spPr>
        <p:txBody>
          <a:bodyPr/>
          <a:lstStyle/>
          <a:p>
            <a:r>
              <a:rPr lang="en-US" altLang="zh-CN"/>
              <a:t>UYGULAMALI</a:t>
            </a:r>
            <a:br>
              <a:rPr lang="en-US" altLang="zh-CN" dirty="0"/>
            </a:br>
            <a:r>
              <a:rPr lang="en-US" altLang="zh-CN">
                <a:cs typeface="Poppins SemiBold"/>
              </a:rPr>
              <a:t>SUNUMA</a:t>
            </a:r>
            <a:br>
              <a:rPr lang="en-US" altLang="zh-CN" dirty="0">
                <a:cs typeface="Poppins SemiBold"/>
              </a:rPr>
            </a:br>
            <a:r>
              <a:rPr lang="en-US" altLang="zh-CN">
                <a:cs typeface="Poppins SemiBold"/>
              </a:rPr>
              <a:t>GEÇELİM...</a:t>
            </a:r>
            <a:endParaRPr lang="tr-TR" altLang="zh-CN"/>
          </a:p>
        </p:txBody>
      </p:sp>
    </p:spTree>
    <p:extLst>
      <p:ext uri="{BB962C8B-B14F-4D97-AF65-F5344CB8AC3E}">
        <p14:creationId xmlns:p14="http://schemas.microsoft.com/office/powerpoint/2010/main" val="3049846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Geniş ekran</PresentationFormat>
  <Paragraphs>146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Custom</vt:lpstr>
      <vt:lpstr>VERİ TABANI 1 FİNAL PROJESİ</vt:lpstr>
      <vt:lpstr>PROJENİN AMACI</vt:lpstr>
      <vt:lpstr>PROJENİN AMACI</vt:lpstr>
      <vt:lpstr>KULLANILAN TEKNOLOJİLER</vt:lpstr>
      <vt:lpstr>KULLANILAN TEKNOLOJİLER</vt:lpstr>
      <vt:lpstr>PROJENİN YAPIM AŞAMALARI</vt:lpstr>
      <vt:lpstr>PROJENİN YAPIM AŞAMALARI</vt:lpstr>
      <vt:lpstr>UYGULAMALI SUNUMA GEÇELİM...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2026-05-05T19:01:36Z</dcterms:created>
  <dcterms:modified xsi:type="dcterms:W3CDTF">2026-05-05T19:27:57Z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